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6974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96112"/>
            <a:ext cx="2011298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1" y="2359152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6072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91071" y="4370831"/>
            <a:ext cx="52943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9A3CE0"/>
                </a:solidFill>
                <a:latin typeface="Calibri"/>
              </a:rPr>
              <a:t>omnia</a:t>
            </a:r>
            <a:r>
              <a:rPr sz="1400" b="1">
                <a:solidFill>
                  <a:srgbClr val="14102B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A3CE0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Todos los canales en una bandeja —  y sabes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Sabes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Ves el panel y sabes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35915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96072" y="432511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Recuperas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9A3CE0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2542032"/>
            <a:ext cx="338937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6072" y="2542032"/>
            <a:ext cx="338937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9A3CE0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447 €/mes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+ 250 €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1 canal (Google/Meta)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3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647 €/mes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+ 450 €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2 canales + analítica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1" y="2359152"/>
            <a:ext cx="2436875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822 €/mes  todo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+ 625 € 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8572" y="2359152"/>
            <a:ext cx="2436875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= 197 € sistema + ads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Activación única: 290 €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Multi-sede / multi-campaña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772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56048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 290 € · sistema 197 €/mes (ya incluido en el plan).  A medida costaría 5.683 $ (cotizador): con omnia, productizado.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Aparte: inversión publicitaria (desde 300 €/camp.) + comunicación (WhatsApp/email/IA) según consumo.  Precios propuestos (+IVA), a validar.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SE PAGA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Fácil: un pago al empezar y luego una cuota fija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Ejemplo con el plan Captación. Funciona igual en todos los planes.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394960" cy="22402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72" y="2359152"/>
            <a:ext cx="5248656" cy="82296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9A3CE0"/>
                </a:solidFill>
                <a:latin typeface="Calibri"/>
              </a:rPr>
              <a:t>EL PRIMER MES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290 €  activación (una sola vez)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+ 447 €  primera mensualidad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= 737 €  total para arrancar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394960" cy="22402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36792" y="2359152"/>
            <a:ext cx="5248656" cy="82296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606040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DEL MES 2 EN ADELANTE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4102B"/>
                </a:solidFill>
                <a:latin typeface="Calibri"/>
              </a:rPr>
              <a:t>447 € / mes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= 197 € sistema omnia + 250 € ads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La activación NO se vuelve a pagar.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11155680" cy="96012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90118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2400E"/>
                </a:solidFill>
                <a:latin typeface="Calibri"/>
              </a:rPr>
              <a:t>Aparte (lo pagas a Google/Meta y proveedores, NO a omnia):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92400E"/>
                </a:solidFill>
                <a:latin typeface="Calibri"/>
              </a:rPr>
              <a:t>tu inversión en anuncios (desde 300 €) + consumos del sistema (WhatsApp, IA, correos…).  Cifras + IVA.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se paga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gestiona campañas
(tarifa de lista)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El cliente paga la tarifa ómibu por los ads (precio de lista); omnia los gestiona con descuento interno de ómibu, suma su sistema CRM propio (Sofía, pipeline, reputación) y factura todo en una sola cuota.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ECONOMÍA DEL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Por nivel (propuesta para dirección)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precio al cliente, ingreso recurrente de omnia y ancla de valor.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37744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310896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8600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Ads (precio cliente =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286000"/>
            <a:ext cx="274320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2860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Sistema omnia 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86000"/>
            <a:ext cx="2926080" cy="50292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28600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Total cliente /mes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78892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78892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7889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78892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27889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78892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447 €/mes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91839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291839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291839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291839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291839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291839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20" y="3291839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3291839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647 €/mes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9476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3794760"/>
            <a:ext cx="31089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1800" y="379476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79476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379476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32520" y="379476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379476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822 €/mes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97680"/>
            <a:ext cx="237744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2976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4297680"/>
            <a:ext cx="310896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71800" y="4297680"/>
            <a:ext cx="2926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297680"/>
            <a:ext cx="274320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429768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4297680"/>
            <a:ext cx="2926080" cy="50292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29768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única: 290 €  ·  Ingreso recurrente omnia = sistema 197 €/mes (producto propio).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Ads: precio cliente = tarifa ómibu; omnia recibe descuento interno de ómibu (margen EN DISCUSIÓN).  Ancla de valor: a medida 5.683 $.  PROPUESTA.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Economía del modelo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CONSUMOS DE TERCEROS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Costes operativos estimados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Servicios externos que se pagan según uso, aparte de la cuota de omnia. El cliente mantiene el control y la titularidad de cada cuenta.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448056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148840"/>
            <a:ext cx="42611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Servicio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2148840"/>
            <a:ext cx="365760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3208" y="2148840"/>
            <a:ext cx="34381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Modelo de cobro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2148840"/>
            <a:ext cx="301752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0807" y="2148840"/>
            <a:ext cx="279806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Estimado mensual 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0604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WhatsApp Business API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Mensajería oficial vía proveedor (Meta / BSP)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60604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conversación iniciada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0807" y="260604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€18 – €55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5468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15468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Tokens de IA (modelo conversacional)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Agente que cualifica, responde y agenda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315468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volumen de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0807" y="315468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€28 – €74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70332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Plataforma CRM / automatización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Subcuenta donde vive el sistema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370332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Suscripción mensual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0807" y="370332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51960"/>
            <a:ext cx="11155680" cy="54864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25196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Envío de correos / SMS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Recordatorios y seguimientos (opcional)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425196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Por envío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0807" y="425196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00600"/>
            <a:ext cx="11155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800600"/>
            <a:ext cx="426110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Número de teléfono / centralita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Si se activa desvío o llamada (opcional)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4800600"/>
            <a:ext cx="34381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Calibri"/>
              </a:rPr>
              <a:t>Mensual + por minuto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0807" y="4800600"/>
            <a:ext cx="279806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14102B"/>
                </a:solidFill>
                <a:latin typeface="Calibri"/>
              </a:rPr>
              <a:t>€0 – €23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8968"/>
            <a:ext cx="11155680" cy="603504"/>
          </a:xfrm>
          <a:prstGeom prst="round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513831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A3CE0"/>
                </a:solidFill>
                <a:latin typeface="Calibri"/>
              </a:rPr>
              <a:t>Estos consumos no los factura omnia.  </a:t>
            </a:r>
            <a:r>
              <a:rPr sz="1000" b="0">
                <a:solidFill>
                  <a:srgbClr val="64748B"/>
                </a:solidFill>
                <a:latin typeface="Calibri"/>
              </a:rPr>
              <a:t>Son pagos directos a los proveedores según el volumen real; en el discovery técnico afinamos las cifras según los canales que se activen.  *Cifras en € (IVA no incluido).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Costes operativos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228600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mn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758952"/>
            <a:ext cx="165932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 RESUMEN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 de España, para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 y masivo: nuevo cliente en horas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omnia  ·  omniainbusiness.com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